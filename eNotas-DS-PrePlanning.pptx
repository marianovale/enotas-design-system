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eNotas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linguagem visual única para o produto — mais velocidade, mais consistência.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Pre-Planning · Time de Desenvolvimento eNotas ·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0" y="1645920"/>
            <a:ext cx="109728" cy="109728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1920240"/>
            <a:ext cx="109728" cy="109728"/>
          </a:xfrm>
          <a:prstGeom prst="ellipse">
            <a:avLst/>
          </a:prstGeom>
          <a:solidFill>
            <a:srgbClr val="0D9488">
              <a:alpha val="4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2194560"/>
            <a:ext cx="109728" cy="109728"/>
          </a:xfrm>
          <a:prstGeom prst="ellipse">
            <a:avLst/>
          </a:prstGeom>
          <a:solidFill>
            <a:srgbClr val="0D9488">
              <a:alpha val="34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2468880"/>
            <a:ext cx="109728" cy="109728"/>
          </a:xfrm>
          <a:prstGeom prst="ellipse">
            <a:avLst/>
          </a:prstGeom>
          <a:solidFill>
            <a:srgbClr val="0D9488">
              <a:alpha val="26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2743200"/>
            <a:ext cx="109728" cy="109728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que queremos resolver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12618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Inconsistência visual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5727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botão tem 4 estilos diferentes em 4 telas diferentes do produto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32120" y="12618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duplicado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15727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e designer repetem o mesmo trabalho toda sprint — criar do zero o que já existe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34440" y="2816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padrão de handoff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1272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componente é entregue de um jeito — sem nome, sem medidas, sem estados documentados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32120" y="2816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Reuso zero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31272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UI não é reaproveitado entre times — cada tela reinventa a roda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eNotas DS?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frase: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0D9488">
              <a:alpha val="12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8132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"Uma biblioteca de componentes prontos — visuais e de código — que o time usa para construir o produto mais rápido e com mais qualidade."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26060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de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Cores, tipografia, espaçamentos e sombras em um único lugar. Muda no Figma, reflete no código.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651760"/>
            <a:ext cx="26060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7432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5661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componentes Web Component (en-button, en-badge...) prontos para usar em qualquer tela .NET/Razor.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651760"/>
            <a:ext cx="26060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7432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35661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componente tem variantes, estados, guia de uso e exemplo de código — tudo no Figma Dev Mode.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 na prática?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design ao produto em 4 passos — sem surpresas no handoff.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3000" y="132588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325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965960" y="1664208"/>
            <a:ext cx="685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19202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331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cria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2679192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no Figma com todas as variantes, estados e tokens documentados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7832" y="132588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325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050792" y="1664208"/>
            <a:ext cx="685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542032" y="2194560"/>
            <a:ext cx="19202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33472" y="2331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implementa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27832" y="2679192"/>
            <a:ext cx="54864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27889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Stencil.js (&lt;en-button&gt;) com as mesmas props do Figma — zero surpresa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12664" y="1325880"/>
            <a:ext cx="685800" cy="6858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2664" y="1325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35624" y="1664208"/>
            <a:ext cx="685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626864" y="2194560"/>
            <a:ext cx="19202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18304" y="2331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usa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12664" y="2679192"/>
            <a:ext cx="54864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27889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tela .cshtml usa &lt;en-button variant='primary'&gt; — simples como HTML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97496" y="1325880"/>
            <a:ext cx="685800" cy="6858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97496" y="1325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711696" y="2194560"/>
            <a:ext cx="19202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03136" y="2331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cresce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97496" y="2679192"/>
            <a:ext cx="54864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27889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feature? Usa componentes existentes. Mudança de cor? Atualiza 1 token, muda em tudo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estamos hoje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completa das 30 páginas de componentes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Button, Card, Input, Checkbox...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2588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087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andamento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criada, faltam ajustes no preview ou variantes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5087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iniciar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Segmented — componente não publicado ainda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Progresso geral do Design System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93008"/>
            <a:ext cx="82296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93008"/>
            <a:ext cx="27432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3493008"/>
            <a:ext cx="52120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93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33% completo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34930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63% em andamento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Button · Badge · Checkbox · NfStatus · Card · Input · Textarea · Tab · Search · Stepper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ainda falta resolver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09728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Previews vazios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4447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Badge, Tag, Spinner — documentação criada mas sem os componentes reais aparecendo no preview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86200" y="1124712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12471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Alta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4114800" cy="109728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051560"/>
            <a:ext cx="6400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1143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Variantes faltando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4447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Select, Filter, InputTag — estados de erro e desabilitado não estão no Variant Matrix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0" y="1124712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12471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Alta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4114800" cy="109728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2860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2377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inconsistente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6791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publicado como 'PopUp Term', NavItem como 'Navigation' — confunde o Code Connect e Storybook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86200" y="2359152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23591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Média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00600" y="2286000"/>
            <a:ext cx="4114800" cy="109728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2860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2377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incompletas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26791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Tooltip, InputNumber, Progress, Footer — sem frame de documentação estruturada ainda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29600" y="2359152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23591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Média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4114800" cy="109728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520440"/>
            <a:ext cx="64008" cy="10972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🆕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43000" y="3611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ausente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" y="39136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Segmented — existe a página mas o componente ainda não foi publicado na biblioteca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86200" y="3593592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94A3B8">
              <a:alpha val="2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86200" y="35935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Baixa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00600" y="3520440"/>
            <a:ext cx="4114800" cy="109728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520440"/>
            <a:ext cx="64008" cy="10972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65192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486400" y="3611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no preview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0" y="39136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e Lookup — componente é mais largo que o container, aparece cortado no preview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29600" y="3593592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94A3B8">
              <a:alpha val="2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0" y="35935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Baixa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isso importa para o time de dev?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" y="2834640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92608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tempo gasto em UI por sprint — o componente já existe, é só usar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1097280"/>
            <a:ext cx="19202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280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42032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542032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27832" y="2834640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92608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dev entrega é idêntico ao que o designer criou — sem ir e volta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097280"/>
            <a:ext cx="19202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1280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♻️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26864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626864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12664" y="2834640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92608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prontos que funcionam em qualquer página .cshtml com uma linha de HTML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11696" y="1097280"/>
            <a:ext cx="19202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11696" y="1280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11696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711696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97496" y="2834640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1424" y="292608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surpresas no deploy — componentes testados e documentados, comportamento previsível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40740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Na prática: uma sprint que levava 3 dias para criar telas de formulário, passa a levar 1 dia — usando en-input, en-button, en-badge já prontos.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precisamos entregar para ter o DS 100% operacional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338328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993392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92024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Corrigir previews vazios (Badge, Tag, Spinner)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3227832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1546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variantes faltantes (Select, Filter, InputTag)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606040" cy="338328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32588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63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47288" y="199339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1608" y="192024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Corrigir naming (Modal, NavItem)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47288" y="322783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31546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docs de Tooltip, InputNumber, Progress, Footer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325880"/>
            <a:ext cx="2606040" cy="338328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32588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463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6208" y="199339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192024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componente Segmented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36208" y="322783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31546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Corrigir overflow (Header, Lookup)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36208" y="446227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438912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final e publicação v1.0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0" y="4617720"/>
            <a:ext cx="54864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0" y="46177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DS 100% operacional em 3 sprints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eNotas 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retrabalho.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produto.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design system não é um projeto de design — é uma ferramenta do time inteiro.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 Canal eNotas DS no Slack  ·  Figma: eNotas Design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eNotas Design System — Pre-Planning</dc:title>
  <dc:subject>PptxGenJS Presentation</dc:subject>
  <dc:creator>PptxGenJS</dc:creator>
  <cp:lastModifiedBy>PptxGenJS</cp:lastModifiedBy>
  <cp:revision>1</cp:revision>
  <dcterms:created xsi:type="dcterms:W3CDTF">2026-05-14T17:26:54Z</dcterms:created>
  <dcterms:modified xsi:type="dcterms:W3CDTF">2026-05-14T17:26:54Z</dcterms:modified>
</cp:coreProperties>
</file>